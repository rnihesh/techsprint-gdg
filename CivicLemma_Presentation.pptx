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CivicLemma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AI-Powered Civic Engagement Platform for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514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Citizens lack efficient channels to report local infrastructure issues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Manual reporting processes are time-consuming and often ignored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No transparency in issue resolution by municipalities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Lack of accountability metrics for local government bodies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Difficulty in categorizing and prioritizing civic issues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No centralized system for tracking issue lifecycle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Communication gap between citizens and municipal authorities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514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Our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CivicLemma -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📷 Photo-based issue reporting with automatic location detection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🤖 AI-powered image classification using MobileNetV2 CNN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✨ Intelligent issue descriptions via Google Gemini AI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🗺️ Interactive map view for browsing all reported issues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🏛️ Dedicated municipality dashboard for issue management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🏆 Public leaderboard ranking municipalities by performance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🎙️ Voice &amp; chat AI agent for conversational reporting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📱 Telegram bot integration for mobile-first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246888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Next.js 16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React 18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TailwindCSS 4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Radix UI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TypeScript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657600" cy="24688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745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Express.js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TypeScript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Firebase Admin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Zod Validation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JWT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657600" cy="2468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463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ML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FastAPI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TensorFlow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MobileNetV2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Google Gemini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PIL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114800"/>
            <a:ext cx="3657600" cy="2468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Azure OpenAI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GPT-4o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Whisper STT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Murf TTS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LangChain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114800"/>
            <a:ext cx="3657600" cy="24688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206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6177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Firebase Auth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Firestore DB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Cloudinary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Google Maps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Telegram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114800"/>
            <a:ext cx="3657600" cy="24688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206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6177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Vercel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Render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Git/GitHub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npm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uvicorn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109728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(Next.js 16)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74720" cy="10972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745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 API</a:t>
            </a:r>
            <a:br/>
            <a:r>
              <a:t>(Express.js)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45920"/>
            <a:ext cx="347472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745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ML Service</a:t>
            </a:r>
            <a:br/>
            <a:r>
              <a:t>(FastAPI)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474720"/>
            <a:ext cx="3474720" cy="10972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7033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Agent Service</a:t>
            </a:r>
            <a:br/>
            <a:r>
              <a:t>(FastAPI)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754880"/>
            <a:ext cx="3474720" cy="1097280"/>
          </a:xfrm>
          <a:prstGeom prst="round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9834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Firebase</a:t>
            </a:r>
            <a:br/>
            <a:r>
              <a:t>Firestore &amp;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54880"/>
            <a:ext cx="3474720" cy="10972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Cloudinary</a:t>
            </a:r>
            <a:br/>
            <a:r>
              <a:t>Image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3474720" cy="109728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Telegram Bot</a:t>
            </a:r>
            <a:br/>
            <a:r>
              <a:t>Integration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77639" y="2011680"/>
            <a:ext cx="365760" cy="27432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909560" y="2011680"/>
            <a:ext cx="365760" cy="27432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Flow - Issue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1737360" cy="128016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56032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User uploads</a:t>
            </a:r>
            <a:br/>
            <a:r>
              <a:t>photo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57400" y="2788920"/>
            <a:ext cx="137160" cy="22860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94560" y="2286000"/>
            <a:ext cx="1737360" cy="128016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256032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Image stored</a:t>
            </a:r>
            <a:br/>
            <a:r>
              <a:t>in Cloudinary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77639" y="2788920"/>
            <a:ext cx="137160" cy="22860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286000"/>
            <a:ext cx="1737360" cy="12801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56032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ML classifies</a:t>
            </a:r>
            <a:br/>
            <a:r>
              <a:t>issue type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0" y="2788920"/>
            <a:ext cx="137160" cy="22860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286000"/>
            <a:ext cx="1737360" cy="12801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56032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Gemini generates</a:t>
            </a:r>
            <a:br/>
            <a:r>
              <a:t>description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18120" y="2788920"/>
            <a:ext cx="137160" cy="22860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0" y="2286000"/>
            <a:ext cx="1737360" cy="1280160"/>
          </a:xfrm>
          <a:prstGeom prst="round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56032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Issue stored</a:t>
            </a:r>
            <a:br/>
            <a:r>
              <a:t>in Firestore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738360" y="2788920"/>
            <a:ext cx="137160" cy="22860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0" y="2286000"/>
            <a:ext cx="1737360" cy="1280160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56032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Routed to</a:t>
            </a:r>
            <a:br/>
            <a:r>
              <a:t>Municipality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Location auto-detected via browser geolocation API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MobileNetV2 model trained on 9 civic issue categories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Priority scoring based on issue type, location density, and age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Real-time updates via Firebase listeners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Issue Classification Categories (ML Model)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1463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🚗  Potholes &amp; Road Damage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Road surface defects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1463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🗑️  Littering/Garbage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031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Public area pollution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566160" cy="1463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🅿️  Illegal Parking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Parking violations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3566160" cy="1463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⚠️  Broken Road 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Damaged signage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108960"/>
            <a:ext cx="3566160" cy="1463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2918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🌳  Fallen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404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Fallen tree hazards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108960"/>
            <a:ext cx="3566160" cy="14630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918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🎨  Vandalism/Graffiti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8404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Property defacement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3566160" cy="146304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29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🐕  Dead Animal Pollution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778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Animal carcasses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846320"/>
            <a:ext cx="3566160" cy="146304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029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🧱  Damaged Concrete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5778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Structural damage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846320"/>
            <a:ext cx="3566160" cy="146304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5029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⚡  Electrical Damage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5778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Pole/wire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User Roles &amp; Permissions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5029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👤 Citizen (Default)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Report civic issues with photos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Track status of submitted reports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View issues on interactive map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View municipality leaderboard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Access AI voice/chat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🏛️ Municipality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View assigned municipality issues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Respond to and update issue status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Upload resolution evidence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Close resolved issues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Access municipality analytics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657600" cy="5029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544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⚙️ Platform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Full access to all features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Manage municipalities (CRUD)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View platform-wide statistics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Monitor all issues &amp; responses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User management capabilities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Dashboard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577840" cy="22860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🗺️ Public Map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Interactive Google Maps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4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Filter issues by type and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Cluster view for high-density 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02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Real-time issue markers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577840" cy="22860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🏛️ Municipality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Issue queue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874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Response workflow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Resolution image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2402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Performance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Monthly trend charts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31920"/>
            <a:ext cx="5577840" cy="22860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23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📊 Admin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Platform-wide statistics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4348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Municipality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User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0060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Issue category breakdown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6636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System health monitoring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31920"/>
            <a:ext cx="5577840" cy="22860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🏆 Leaderboard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348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Municipality rankings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4348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Performance score algorithm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0060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Resolution time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80060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Public accountability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6636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Gamification elements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&amp; ML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669280" cy="1554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🤖 Image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MobileNetV2-based CNN trained on 9 civic issue categories with high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669280" cy="15544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✨ AI Description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Google Gemini API generates detailed, context-aware issue descriptions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108960"/>
            <a:ext cx="5669280" cy="155448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🎙️ Voice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Azure OpenAI GPT-4o powered conversational agent with Whisper STT &amp; Murf TTS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108960"/>
            <a:ext cx="5669280" cy="1554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2461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💬 Chat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033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Text-based AI assistant for issue reporting, tracking, and information queries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846320"/>
            <a:ext cx="5669280" cy="1554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834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📊 Priority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Intelligent prioritization based on issue type, density, location, and age factors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46320"/>
            <a:ext cx="5669280" cy="15544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9834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🤖 Telegram 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406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Full-featured bot integration for reporting issues via Telegram messaging 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RESTful 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PUBLIC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GET  /api/issues              - List issues with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POST /api/issues              - Create new issue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GET  /api/issues/:id          - Get specific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GET  /api/municipalities      - List municipalities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GET  /api/leaderboard         - Municipality rankings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14300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4787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PROTECTED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POST /api/issues/:id/respond  - Municipality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POST /api/issues/:id/close    - Close resolved 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POST /api/upload/signature    - Cloudinary signature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GET  /api/admin/stats         - Platform statistics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49240"/>
            <a:ext cx="1143000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223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ML &amp; AGENT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POST /classify                - Classify issue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POST /generate-description    - AI 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POST /agent/chat              - Chat with AI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766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onsolas"/>
              </a:defRPr>
            </a:pPr>
            <a:r>
              <a:t>POST /agent/voice             - Voice interaction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Firebase Authentication with JWT token verification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Role-based access control (RBAC) for all endpoints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Secure file upload via signed Cloudinary URLs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Input validation using Zod schemas on all requests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CORS protection with whitelisted origins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Environment-based configuration (no hardcoded secrets)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Firebase service account key for server-side operations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Secure session management with token refresh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201168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🌐 Frontend</a:t>
            </a:r>
            <a:br/>
            <a:r>
              <a:t>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Next.js SSR, Edge Functions,</a:t>
            </a:r>
            <a:br/>
            <a:r>
              <a:t>Automatic CI/CD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3474720" cy="20116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7830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⚙️ Backend</a:t>
            </a:r>
            <a:br/>
            <a:r>
              <a:t>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651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Express.js, Auto-scaling,</a:t>
            </a:r>
            <a:br/>
            <a:r>
              <a:t>Docker containers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474720" cy="2011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7830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 ML Service</a:t>
            </a:r>
            <a:br/>
            <a:r>
              <a:t>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651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FastAPI, TensorFlow,</a:t>
            </a:r>
            <a:br/>
            <a:r>
              <a:t>Python 3.9+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474720" cy="20116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5196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🤖 Agent Service</a:t>
            </a:r>
            <a:br/>
            <a:r>
              <a:t>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FastAPI, Azure OpenAI,</a:t>
            </a:r>
            <a:br/>
            <a:r>
              <a:t>Telegram Bot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114800"/>
            <a:ext cx="3474720" cy="2011680"/>
          </a:xfrm>
          <a:prstGeom prst="round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25196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🔥 Firebase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1206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Firestore DB,</a:t>
            </a:r>
            <a:br/>
            <a:r>
              <a:t>Authentication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114800"/>
            <a:ext cx="3474720" cy="20116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425196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☁️ Cloudinary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51206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Image Storage,</a:t>
            </a:r>
            <a:br/>
            <a:r>
              <a:t>CDN Delivery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Multi-language support for broader accessibility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Push notifications for issue status updates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Augmented Reality (AR) for issue visualization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Predictive analytics for infrastructure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Integration with government e-governance portals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Citizen reward/incentive system for reporting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Advanced analytics dashboard with ML insights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Mobile app (React Native) for offline-first experience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CivicLemma - Empowering Citizens, Transforming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